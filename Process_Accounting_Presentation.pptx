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9416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7132320" y="-548640"/>
            <a:ext cx="3200400" cy="320040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7863840" y="2926080"/>
            <a:ext cx="1828800" cy="18288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PROJECT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6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4114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CPU Time · Memory Usage · Exit Status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11480" y="3794760"/>
            <a:ext cx="3840480" cy="36576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11480" y="3931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on Xv6  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11430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Understanding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470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process accounting &amp; why does it matter?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937760" y="109728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937760" y="1097280"/>
            <a:ext cx="73152" cy="11430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120640" y="1188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120640" y="1508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Design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0" y="18470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data structures, and kernel hooks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73152" cy="11430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40080" y="2514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" y="28346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172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call, kernel code, and user utility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242316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937760" y="2423160"/>
            <a:ext cx="73152" cy="11430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120640" y="2514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120640" y="28346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Concepts Covered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20640" y="3172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PCB, scheduling, synchronization, memory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73152" cy="11430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640080" y="3840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0080" y="41605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Results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44988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output and test cases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Problem Understanding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Process Accounting?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OS mechanism that records vital resource usage statistics for every process that executes — enabling auditing, quota enforcement, performance diagnosis, and billing.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69748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2670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Time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processor ticks consumed from creation to exit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44728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34198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05840" y="3675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memory allocated to the process (bytes)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197096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4169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Status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005840" y="44256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code indicating success or failure at termination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0" y="1097280"/>
            <a:ext cx="2926080" cy="374904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1"/>
          <p:cNvSpPr/>
          <p:nvPr/>
        </p:nvSpPr>
        <p:spPr>
          <a:xfrm>
            <a:off x="608076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080760" y="1691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Cloud billing by CPU-seconds &amp; memory-hours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08076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Detect CPU hogs &amp; memory leaks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080760" y="28803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Audit abnormal resource patterns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080760" y="3474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Correlate crashes with resource exhaustion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080760" y="4069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Enforce per-user quotas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Solution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920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920240" cy="256032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261872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start_tick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cpu_ticks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1463040"/>
            <a:ext cx="50292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670048" y="135331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23160" y="960120"/>
            <a:ext cx="1920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423160" y="960120"/>
            <a:ext cx="1920240" cy="256032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423160" y="960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scheduler()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96312" y="1261872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cpu_ticks each tick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1463040"/>
            <a:ext cx="50292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727448" y="135331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80560" y="960120"/>
            <a:ext cx="1920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480560" y="960120"/>
            <a:ext cx="1920240" cy="256032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480560" y="960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exit()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53712" y="1261872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acct_log[]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1463040"/>
            <a:ext cx="50292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784848" y="135331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37960" y="960120"/>
            <a:ext cx="1920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6537960" y="960120"/>
            <a:ext cx="1920240" cy="256032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537960" y="960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acct_log[]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11112" y="1261872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64-entry circular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buffer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2423160"/>
            <a:ext cx="269748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42032"/>
            <a:ext cx="347472" cy="347472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914400" y="254203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acctinfo  (new)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02920" y="2944368"/>
            <a:ext cx="2423160" cy="27432"/>
          </a:xfrm>
          <a:prstGeom prst="rect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502920" y="3035808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pid — process ID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02920" y="3374136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exit_status — return code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02920" y="3712464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cpu_ticks — ticks used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02920" y="405079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mem_bytes — size at exit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02920" y="4389120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start_tick / end_tick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3246120" y="2423160"/>
            <a:ext cx="269748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2542032"/>
            <a:ext cx="347472" cy="347472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3794760" y="254203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proc  (modified)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3383280" y="2944368"/>
            <a:ext cx="2423160" cy="27432"/>
          </a:xfrm>
          <a:prstGeom prst="rect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5"/>
          <p:cNvSpPr/>
          <p:nvPr/>
        </p:nvSpPr>
        <p:spPr>
          <a:xfrm>
            <a:off x="3383280" y="3035808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+ start_tick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3383280" y="3374136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recorded in allocproc()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3383280" y="3712464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+ cpu_ticks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3383280" y="405079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incremented in scheduler()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3383280" y="4389120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existing p-&gt;sz for memory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6126480" y="2423160"/>
            <a:ext cx="269748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2542032"/>
            <a:ext cx="347472" cy="347472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6675120" y="254203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getacct()  syscall</a:t>
            </a:r>
            <a:endParaRPr lang="en-US" sz="1200" dirty="0"/>
          </a:p>
        </p:txBody>
      </p:sp>
      <p:sp>
        <p:nvSpPr>
          <p:cNvPr id="47" name="Shape 42"/>
          <p:cNvSpPr/>
          <p:nvPr/>
        </p:nvSpPr>
        <p:spPr>
          <a:xfrm>
            <a:off x="6263640" y="2944368"/>
            <a:ext cx="2423160" cy="27432"/>
          </a:xfrm>
          <a:prstGeom prst="rect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Text 43"/>
          <p:cNvSpPr/>
          <p:nvPr/>
        </p:nvSpPr>
        <p:spPr>
          <a:xfrm>
            <a:off x="6263640" y="3035808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Syscall #22</a:t>
            </a:r>
            <a:endParaRPr lang="en-US" sz="1100" dirty="0"/>
          </a:p>
        </p:txBody>
      </p:sp>
      <p:sp>
        <p:nvSpPr>
          <p:cNvPr id="49" name="Text 44"/>
          <p:cNvSpPr/>
          <p:nvPr/>
        </p:nvSpPr>
        <p:spPr>
          <a:xfrm>
            <a:off x="6263640" y="3374136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Args: pid, *acctinfo buf</a:t>
            </a:r>
            <a:endParaRPr lang="en-US" sz="1100" dirty="0"/>
          </a:p>
        </p:txBody>
      </p:sp>
      <p:sp>
        <p:nvSpPr>
          <p:cNvPr id="50" name="Text 45"/>
          <p:cNvSpPr/>
          <p:nvPr/>
        </p:nvSpPr>
        <p:spPr>
          <a:xfrm>
            <a:off x="6263640" y="3712464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Searches acct_log[]</a:t>
            </a:r>
            <a:endParaRPr lang="en-US" sz="1100" dirty="0"/>
          </a:p>
        </p:txBody>
      </p:sp>
      <p:sp>
        <p:nvSpPr>
          <p:cNvPr id="51" name="Text 46"/>
          <p:cNvSpPr/>
          <p:nvPr/>
        </p:nvSpPr>
        <p:spPr>
          <a:xfrm>
            <a:off x="6263640" y="405079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copyout() to user space</a:t>
            </a:r>
            <a:endParaRPr lang="en-US" sz="1100" dirty="0"/>
          </a:p>
        </p:txBody>
      </p:sp>
      <p:sp>
        <p:nvSpPr>
          <p:cNvPr id="52" name="Text 47"/>
          <p:cNvSpPr/>
          <p:nvPr/>
        </p:nvSpPr>
        <p:spPr>
          <a:xfrm>
            <a:off x="6263640" y="4389120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Returns 0 or -1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Implementation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200400" cy="374904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Modified / Added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AAF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proc.h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54480" y="1600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struct acctinfo, extend struct proc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9933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AAF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proc.c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54480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lifecycle + getacct() logic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3865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AAF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syscall.h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54480" y="238658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SYS_getacct = 22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77977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AAF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syscall.c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0" y="27797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sys_getacct in dispatch table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31729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AAF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sysproc.c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31729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sys_getacct() wrapper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35661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AAF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54480" y="3566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getacct() prototype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395935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AAF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usys.pl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54480" y="39593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SYSCALL(getacct) entry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435254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AAF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acct.c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54480" y="43525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User-space utility (new file)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749040" y="1097280"/>
            <a:ext cx="5120640" cy="374904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886200" y="11704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kernel code — exit()  instrumentation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58768" y="1536192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exit(int status) {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858768" y="1773936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struct proc *p = myproc();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858768" y="201168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acquire(&amp;acct_lock);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858768" y="2249424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idx = acct_count % MAX_ACCT;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858768" y="2487168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acct_log[idx].pid         = p-&gt;pid;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858768" y="2724912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acct_log[idx].exit_status = status;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858768" y="2962656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acct_log[idx].cpu_ticks   = p-&gt;cpu_ticks;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858768" y="320040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acct_log[idx].mem_bytes   = p-&gt;sz;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858768" y="3438144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acct_log[idx].start_tick  = p-&gt;start_tick;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858768" y="3675888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acct_log[idx].end_tick    = ticks;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858768" y="3913632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acct_count++;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858768" y="4151376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release(&amp;acct_lock);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858768" y="438912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... normal exit cleanup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858768" y="4626864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OS Concepts Demonstrated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124712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1247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Control Block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76072" y="1618488"/>
            <a:ext cx="2423160" cy="27432"/>
          </a:xfrm>
          <a:prstGeom prst="rect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76072" y="170992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struct proc to carry per-process accounting fields — mirroring real OS PCB design.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19272" y="96012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864" y="112471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59352" y="11247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&amp; Scheduling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483864" y="1618488"/>
            <a:ext cx="2423160" cy="27432"/>
          </a:xfrm>
          <a:prstGeom prst="rect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9"/>
          <p:cNvSpPr/>
          <p:nvPr/>
        </p:nvSpPr>
        <p:spPr>
          <a:xfrm>
            <a:off x="3483864" y="170992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ticks variable + scheduler() instrumented to measure CPU consumption across time-slices.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27064" y="96012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1124712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67144" y="11247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391656" y="1618488"/>
            <a:ext cx="2423160" cy="27432"/>
          </a:xfrm>
          <a:prstGeom prst="rect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3"/>
          <p:cNvSpPr/>
          <p:nvPr/>
        </p:nvSpPr>
        <p:spPr>
          <a:xfrm>
            <a:off x="6391656" y="170992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end-to-end syscall implementation from syscall.h through trap dispatch to kernel handler.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11480" y="288036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3044952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30449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Spinlock Sync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76072" y="3538728"/>
            <a:ext cx="2423160" cy="27432"/>
          </a:xfrm>
          <a:prstGeom prst="rect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17"/>
          <p:cNvSpPr/>
          <p:nvPr/>
        </p:nvSpPr>
        <p:spPr>
          <a:xfrm>
            <a:off x="576072" y="363016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acct_lock protects the log from data races when multiple CPUs exit processes concurrently.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319272" y="288036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3044952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959352" y="30449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3483864" y="3538728"/>
            <a:ext cx="2423160" cy="27432"/>
          </a:xfrm>
          <a:prstGeom prst="rect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1"/>
          <p:cNvSpPr/>
          <p:nvPr/>
        </p:nvSpPr>
        <p:spPr>
          <a:xfrm>
            <a:off x="3483864" y="363016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p-&gt;sz read at exit connects virtual memory layout to resource accounting records.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27064" y="288036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1656" y="3044952"/>
            <a:ext cx="411480" cy="4114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867144" y="30449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User/Kernel Boundary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6391656" y="3538728"/>
            <a:ext cx="2423160" cy="27432"/>
          </a:xfrm>
          <a:prstGeom prst="rect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25"/>
          <p:cNvSpPr/>
          <p:nvPr/>
        </p:nvSpPr>
        <p:spPr>
          <a:xfrm>
            <a:off x="6391656" y="363016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copyout() safely transfers acctinfo from kernel memory to user space with protection enforcement.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Demo &amp;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029200" cy="356616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029200" cy="384048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11521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 xv6 shell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4663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AF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acct ls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865376"/>
            <a:ext cx="4663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 cat echo grep init kill ls mkdir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157984"/>
            <a:ext cx="4663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sh stressfs usertests wc zombie acct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450592"/>
            <a:ext cx="4663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743200"/>
            <a:ext cx="4663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Process Accounting Report ---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035808"/>
            <a:ext cx="4663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        : 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328416"/>
            <a:ext cx="4663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Status: 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621024"/>
            <a:ext cx="4663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 Ticks  : 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3913632"/>
            <a:ext cx="4663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(B) : 16384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206240"/>
            <a:ext cx="4663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 Ticks : 5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77840" y="1097280"/>
            <a:ext cx="3291840" cy="356616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715000" y="11887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15000" y="16459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AF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acct ls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715000" y="19019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0, small ticks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49640" y="16459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15000" y="22128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AF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acct nonexistent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15000" y="2468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1, exec fails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49640" y="22128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15000" y="27797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AF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acct stressfs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715000" y="30358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CPU, larger mem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549640" y="27797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15000" y="33467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AF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getacct(-1,buf)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715000" y="36027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-1 not found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49640" y="33467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715000" y="39136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AF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64+ processes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715000" y="416966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log wraps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49640" y="39136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-2011680" y="3840480"/>
            <a:ext cx="3200400" cy="32004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411480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1556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11556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the Xv6 kernel with zero disruption to existing system calls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7393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177393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all 3 metrics end-to-end: CPU time, memory, and exit status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32304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243230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complete new system call (SYS_getacct) from scratch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90672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68680" y="309067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spinlocks to ensure correctness under concurrent process exits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49040"/>
            <a:ext cx="292608" cy="29260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68680" y="3749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user-space utility demonstrating the full accounting pipeline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5943600" y="1188720"/>
            <a:ext cx="2926080" cy="292608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0"/>
          <p:cNvSpPr/>
          <p:nvPr/>
        </p:nvSpPr>
        <p:spPr>
          <a:xfrm>
            <a:off x="6080760" y="141732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“OS internals are best learned by modifying a real kernel.”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6080760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Team Reflection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1041</TotalTime>
  <Words>838</Words>
  <Application>Microsoft Office PowerPoint</Application>
  <PresentationFormat>On-screen Show (16:9)</PresentationFormat>
  <Paragraphs>160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Accounting — Xv6 OS Project</dc:title>
  <dc:subject>PptxGenJS Presentation</dc:subject>
  <dc:creator>PptxGenJS</dc:creator>
  <cp:lastModifiedBy>Dalia Nassar</cp:lastModifiedBy>
  <cp:revision>2</cp:revision>
  <dcterms:created xsi:type="dcterms:W3CDTF">2026-05-16T00:22:28Z</dcterms:created>
  <dcterms:modified xsi:type="dcterms:W3CDTF">2026-05-16T17:48:34Z</dcterms:modified>
</cp:coreProperties>
</file>